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65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74320"/>
            <a:ext cx="2743200" cy="2743200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60A5FA">
              <a:alpha val="1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03120"/>
            <a:ext cx="640080" cy="640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103120"/>
            <a:ext cx="640080" cy="6400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103120"/>
            <a:ext cx="640080" cy="64008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103120"/>
            <a:ext cx="640080" cy="64008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48640" y="10972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Snake</a:t>
            </a:r>
            <a:endParaRPr lang="en-US" sz="7200" dirty="0"/>
          </a:p>
        </p:txBody>
      </p:sp>
      <p:sp>
        <p:nvSpPr>
          <p:cNvPr id="9" name="Text 3"/>
          <p:cNvSpPr/>
          <p:nvPr/>
        </p:nvSpPr>
        <p:spPr>
          <a:xfrm>
            <a:off x="548640" y="21945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5600" dirty="0"/>
          </a:p>
        </p:txBody>
      </p:sp>
      <p:sp>
        <p:nvSpPr>
          <p:cNvPr id="10" name="Text 4"/>
          <p:cNvSpPr/>
          <p:nvPr/>
        </p:nvSpPr>
        <p:spPr>
          <a:xfrm>
            <a:off x="54864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WPF · MySQL</a:t>
            </a:r>
            <a:endParaRPr lang="en-US" sz="1800" dirty="0"/>
          </a:p>
        </p:txBody>
      </p:sp>
      <p:sp>
        <p:nvSpPr>
          <p:cNvPr id="11" name="Shape 5"/>
          <p:cNvSpPr/>
          <p:nvPr/>
        </p:nvSpPr>
        <p:spPr>
          <a:xfrm>
            <a:off x="548640" y="4480560"/>
            <a:ext cx="2286000" cy="45720"/>
          </a:xfrm>
          <a:prstGeom prst="rect">
            <a:avLst/>
          </a:prstGeom>
          <a:solidFill>
            <a:srgbClr val="4ADE8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Projekt felépítése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Adatmodell az adatbázis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sorokhoz (Id, Nev, Pontszam)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Controllers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SnakeController.cs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LeaderboardController.cs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Játéklogika + MySQL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kapcsolat kezelése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59669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MainWindow.xaml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felület: Canvas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játék + UI elemek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36576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MVC-szerű elrendezés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SnakeController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játék teljes logikája egy osztályban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80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DispatcherTimer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527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200ms-onként hívja a Tick() metódust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54864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HandleKeyDown()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/ nyilak, ellentétes irány tiltva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4864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706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Ütközés detektálás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2953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 · Saját test · Nincs szabad mező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54864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19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Almaevés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666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GrowSnake() → új szegmens a farokhoz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33088"/>
            <a:ext cx="54864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RefreshCanvas()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4379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Képek pozicionálása + fejforgatás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128016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segments.Count − 3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a kezdeti hossz)</a:t>
            </a:r>
            <a:endParaRPr lang="en-US" sz="12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291840"/>
            <a:ext cx="914400" cy="914400"/>
          </a:xfrm>
          <a:prstGeom prst="rect">
            <a:avLst/>
          </a:prstGeom>
        </p:spPr>
      </p:pic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291840"/>
            <a:ext cx="914400" cy="914400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2918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LeaderboardController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adatbázis kapcsolat — MySql.Data.MySqlClient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tábla (MySQL)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749040" cy="502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74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27632" y="1874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874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AUTO_INC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3749040" cy="502920"/>
          </a:xfrm>
          <a:prstGeom prst="rect">
            <a:avLst/>
          </a:prstGeom>
          <a:solidFill>
            <a:srgbClr val="0A164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68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27632" y="2468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VARCHAR(64)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468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játékos neve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3749040" cy="5029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632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Pontszam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27632" y="3063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063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legjobb eredmény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Metódusok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0" y="1737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1737360"/>
            <a:ext cx="64008" cy="7772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UserExists(nev)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2121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lekérdezés névire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6517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2651760"/>
            <a:ext cx="64008" cy="7772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SaveScore(nev, pont)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36592" y="3035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vagy UPDATE (csak ha jobb)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35661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3566160"/>
            <a:ext cx="64008" cy="7772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GetTopScores()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36592" y="3950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ORDER BY Pontszam DESC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Játék menete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Start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PlaceSnake() — kígyó középre, irány: jobbra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891B2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1097280"/>
            <a:ext cx="265176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Tick()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200ms → új fej pozíció számítása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DC2626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097280"/>
            <a:ext cx="265176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Ütközés?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 / saját test → GameOver callback hívás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D97706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26080"/>
            <a:ext cx="265176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Alma?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GrowSnake() + alma eltávolítás + score+1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2926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2926080"/>
            <a:ext cx="265176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Move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37560" y="3474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Szegmensek tolása, RefreshCanvas()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9260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6366F1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2926080"/>
            <a:ext cx="265176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Game Over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3474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stop → név bekérés → SaveScore()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4348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A95922C-074F-4E37-A9ED-308EA0FDBF59}"/>
              </a:ext>
            </a:extLst>
          </p:cNvPr>
          <p:cNvSpPr txBox="1"/>
          <p:nvPr/>
        </p:nvSpPr>
        <p:spPr>
          <a:xfrm>
            <a:off x="603250" y="673100"/>
            <a:ext cx="79375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8800" dirty="0">
                <a:solidFill>
                  <a:schemeClr val="bg1"/>
                </a:solidFill>
              </a:rPr>
              <a:t>Köszönjük a figyelmet!😂😁</a:t>
            </a:r>
          </a:p>
        </p:txBody>
      </p:sp>
      <p:pic>
        <p:nvPicPr>
          <p:cNvPr id="1026" name="Picture 2" descr="Alphák, mit gondolunk a tung tung tung sahur-ról? : r/GenAlpha">
            <a:extLst>
              <a:ext uri="{FF2B5EF4-FFF2-40B4-BE49-F238E27FC236}">
                <a16:creationId xmlns:a16="http://schemas.microsoft.com/office/drawing/2014/main" id="{AC50891D-11B8-4300-B7DC-9ED520A79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200" y="3949700"/>
            <a:ext cx="1193800" cy="119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71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Diavetítés a képernyőre (16:9 oldalarány)</PresentationFormat>
  <Paragraphs>71</Paragraphs>
  <Slides>6</Slides>
  <Notes>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Consolas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Snake Game</dc:title>
  <dc:subject>PptxGenJS Presentation</dc:subject>
  <dc:creator>PptxGenJS</dc:creator>
  <cp:lastModifiedBy>Fejes Máté Csaba</cp:lastModifiedBy>
  <cp:revision>2</cp:revision>
  <dcterms:created xsi:type="dcterms:W3CDTF">2026-04-30T07:08:13Z</dcterms:created>
  <dcterms:modified xsi:type="dcterms:W3CDTF">2026-04-30T07:15:15Z</dcterms:modified>
</cp:coreProperties>
</file>